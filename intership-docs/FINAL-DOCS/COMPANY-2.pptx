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489228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454512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032789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C55BC4-8BD2-4205-A97C-C722CD6D6903}" type="datetimeFigureOut">
              <a:rPr lang="en-IN" smtClean="0"/>
              <a:t>26-04-2025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512416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C55BC4-8BD2-4205-A97C-C722CD6D6903}" type="datetimeFigureOut">
              <a:rPr lang="en-IN" smtClean="0"/>
              <a:t>26-04-2025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018640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C55BC4-8BD2-4205-A97C-C722CD6D6903}" type="datetimeFigureOut">
              <a:rPr lang="en-IN" smtClean="0"/>
              <a:t>26-04-2025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361834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C55BC4-8BD2-4205-A97C-C722CD6D6903}" type="datetimeFigureOut">
              <a:rPr lang="en-IN" smtClean="0"/>
              <a:t>26-04-2025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1696213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C55BC4-8BD2-4205-A97C-C722CD6D6903}" type="datetimeFigureOut">
              <a:rPr lang="en-IN" smtClean="0"/>
              <a:t>26-04-2025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43094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C55BC4-8BD2-4205-A97C-C722CD6D6903}" type="datetimeFigureOut">
              <a:rPr lang="en-IN" smtClean="0"/>
              <a:t>26-04-2025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9964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397275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25327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2207994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314085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6884732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1389295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C55BC4-8BD2-4205-A97C-C722CD6D6903}" type="datetimeFigureOut">
              <a:rPr lang="en-IN" smtClean="0"/>
              <a:t>26-04-2025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4CF5CF-2F77-4CF7-B4C0-7AB93C9AB39D}" type="slidenum">
              <a:rPr lang="en-IN" smtClean="0"/>
              <a:t>‹#›</a:t>
            </a:fld>
            <a:endParaRPr lang="en-IN"/>
          </a:p>
        </p:txBody>
      </p:sp>
    </p:spTree>
    <p:extLst>
      <p:ext uri="{BB962C8B-B14F-4D97-AF65-F5344CB8AC3E}">
        <p14:creationId xmlns:p14="http://schemas.microsoft.com/office/powerpoint/2010/main" val="3790278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CC55BC4-8BD2-4205-A97C-C722CD6D6903}" type="datetimeFigureOut">
              <a:rPr lang="en-IN" smtClean="0"/>
              <a:t>26-04-2025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A4CF5CF-2F77-4CF7-B4C0-7AB93C9AB39D}" type="slidenum">
              <a:rPr lang="en-IN" smtClean="0"/>
              <a:t>‹#›</a:t>
            </a:fld>
            <a:endParaRPr lang="en-IN"/>
          </a:p>
        </p:txBody>
      </p:sp>
    </p:spTree>
    <p:extLst>
      <p:ext uri="{BB962C8B-B14F-4D97-AF65-F5344CB8AC3E}">
        <p14:creationId xmlns:p14="http://schemas.microsoft.com/office/powerpoint/2010/main" val="25357181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5" name="Straight Connector 14">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1"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116303C2-1E17-2364-E8B9-08FD0EC1FBF7}"/>
              </a:ext>
            </a:extLst>
          </p:cNvPr>
          <p:cNvSpPr>
            <a:spLocks noGrp="1"/>
          </p:cNvSpPr>
          <p:nvPr>
            <p:ph type="ctrTitle"/>
          </p:nvPr>
        </p:nvSpPr>
        <p:spPr>
          <a:xfrm>
            <a:off x="4349123" y="609600"/>
            <a:ext cx="4924878" cy="1320800"/>
          </a:xfrm>
        </p:spPr>
        <p:txBody>
          <a:bodyPr vert="horz" lIns="91440" tIns="45720" rIns="91440" bIns="45720" rtlCol="0" anchor="ctr">
            <a:normAutofit/>
          </a:bodyPr>
          <a:lstStyle/>
          <a:p>
            <a:pPr algn="l"/>
            <a:r>
              <a:rPr lang="en-US" sz="3600" dirty="0">
                <a:latin typeface="Roboto" panose="02000000000000000000" pitchFamily="2" charset="0"/>
                <a:ea typeface="Roboto" panose="02000000000000000000" pitchFamily="2" charset="0"/>
                <a:cs typeface="Roboto" panose="02000000000000000000" pitchFamily="2" charset="0"/>
              </a:rPr>
              <a:t>Welcome to </a:t>
            </a:r>
            <a:r>
              <a:rPr lang="en-US" sz="3600" dirty="0" err="1">
                <a:latin typeface="Roboto" panose="02000000000000000000" pitchFamily="2" charset="0"/>
                <a:ea typeface="Roboto" panose="02000000000000000000" pitchFamily="2" charset="0"/>
                <a:cs typeface="Roboto" panose="02000000000000000000" pitchFamily="2" charset="0"/>
              </a:rPr>
              <a:t>Pranaksh</a:t>
            </a:r>
            <a:r>
              <a:rPr lang="en-US" sz="3600" dirty="0">
                <a:latin typeface="Roboto" panose="02000000000000000000" pitchFamily="2" charset="0"/>
                <a:ea typeface="Roboto" panose="02000000000000000000" pitchFamily="2" charset="0"/>
                <a:cs typeface="Roboto" panose="02000000000000000000" pitchFamily="2" charset="0"/>
              </a:rPr>
              <a:t> Technologies</a:t>
            </a:r>
          </a:p>
        </p:txBody>
      </p:sp>
      <p:pic>
        <p:nvPicPr>
          <p:cNvPr id="4" name="Picture 3">
            <a:extLst>
              <a:ext uri="{FF2B5EF4-FFF2-40B4-BE49-F238E27FC236}">
                <a16:creationId xmlns:a16="http://schemas.microsoft.com/office/drawing/2014/main" id="{45128263-1B3C-1A9B-D953-777BACFB30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814" y="831781"/>
            <a:ext cx="3251701" cy="5041392"/>
          </a:xfrm>
          <a:prstGeom prst="rect">
            <a:avLst/>
          </a:prstGeom>
        </p:spPr>
      </p:pic>
      <p:sp>
        <p:nvSpPr>
          <p:cNvPr id="3" name="Subtitle 2">
            <a:extLst>
              <a:ext uri="{FF2B5EF4-FFF2-40B4-BE49-F238E27FC236}">
                <a16:creationId xmlns:a16="http://schemas.microsoft.com/office/drawing/2014/main" id="{CABCD222-00FA-993F-1BE4-66CC2BBB376A}"/>
              </a:ext>
            </a:extLst>
          </p:cNvPr>
          <p:cNvSpPr>
            <a:spLocks noGrp="1"/>
          </p:cNvSpPr>
          <p:nvPr>
            <p:ph type="subTitle" idx="1"/>
          </p:nvPr>
        </p:nvSpPr>
        <p:spPr>
          <a:xfrm>
            <a:off x="4349123" y="2160590"/>
            <a:ext cx="4921876" cy="3739698"/>
          </a:xfrm>
        </p:spPr>
        <p:txBody>
          <a:bodyPr vert="horz" lIns="91440" tIns="45720" rIns="91440" bIns="45720" rtlCol="0">
            <a:normAutofit/>
          </a:bodyPr>
          <a:lstStyle/>
          <a:p>
            <a:pPr algn="l"/>
            <a:r>
              <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Presentation By;</a:t>
            </a:r>
          </a:p>
          <a:p>
            <a:pPr marL="342900" indent="-342900" algn="l">
              <a:buFont typeface="Wingdings 3" charset="2"/>
              <a:buChar char=""/>
            </a:pPr>
            <a:r>
              <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Adarsh Kokane</a:t>
            </a:r>
          </a:p>
          <a:p>
            <a:pPr marL="342900" indent="-342900" algn="l">
              <a:buFont typeface="Wingdings 3" charset="2"/>
              <a:buChar char=""/>
            </a:pPr>
            <a:r>
              <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Aditya Mane</a:t>
            </a:r>
          </a:p>
          <a:p>
            <a:pPr marL="342900" indent="-342900" algn="l">
              <a:buFont typeface="Wingdings 3" charset="2"/>
              <a:buChar char=""/>
            </a:pPr>
            <a:r>
              <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Prathamesh </a:t>
            </a:r>
            <a:r>
              <a:rPr lang="en-US" dirty="0" err="1">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Devarkar</a:t>
            </a:r>
            <a:endPar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endParaRPr>
          </a:p>
          <a:p>
            <a:pPr marL="342900" indent="-342900" algn="l">
              <a:buFont typeface="Wingdings 3" charset="2"/>
              <a:buChar char=""/>
            </a:pPr>
            <a:r>
              <a:rPr lang="en-US" dirty="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rPr>
              <a:t>Soham More</a:t>
            </a:r>
          </a:p>
        </p:txBody>
      </p:sp>
    </p:spTree>
    <p:extLst>
      <p:ext uri="{BB962C8B-B14F-4D97-AF65-F5344CB8AC3E}">
        <p14:creationId xmlns:p14="http://schemas.microsoft.com/office/powerpoint/2010/main" val="482801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3439D-B29C-BD20-CD58-461477F0790F}"/>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CONTENT</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F87E688F-73F7-4C55-30C0-6C703C19492E}"/>
              </a:ext>
            </a:extLst>
          </p:cNvPr>
          <p:cNvSpPr>
            <a:spLocks noGrp="1"/>
          </p:cNvSpPr>
          <p:nvPr>
            <p:ph idx="1"/>
          </p:nvPr>
        </p:nvSpPr>
        <p:spPr>
          <a:xfrm>
            <a:off x="677334" y="1930400"/>
            <a:ext cx="8596668" cy="3880773"/>
          </a:xfrm>
        </p:spPr>
        <p:txBody>
          <a:bodyPr/>
          <a:lstStyle/>
          <a:p>
            <a:r>
              <a:rPr lang="en-US" dirty="0">
                <a:latin typeface="Roboto" panose="02000000000000000000" pitchFamily="2" charset="0"/>
                <a:ea typeface="Roboto" panose="02000000000000000000" pitchFamily="2" charset="0"/>
                <a:cs typeface="Roboto" panose="02000000000000000000" pitchFamily="2" charset="0"/>
              </a:rPr>
              <a:t>INTRODUCTION</a:t>
            </a:r>
          </a:p>
          <a:p>
            <a:r>
              <a:rPr lang="en-US" dirty="0">
                <a:latin typeface="Roboto" panose="02000000000000000000" pitchFamily="2" charset="0"/>
                <a:ea typeface="Roboto" panose="02000000000000000000" pitchFamily="2" charset="0"/>
                <a:cs typeface="Roboto" panose="02000000000000000000" pitchFamily="2" charset="0"/>
              </a:rPr>
              <a:t>OVERVIEW OF THE OGANIZATION</a:t>
            </a:r>
          </a:p>
          <a:p>
            <a:r>
              <a:rPr lang="en-US" dirty="0">
                <a:latin typeface="Roboto" panose="02000000000000000000" pitchFamily="2" charset="0"/>
                <a:ea typeface="Roboto" panose="02000000000000000000" pitchFamily="2" charset="0"/>
                <a:cs typeface="Roboto" panose="02000000000000000000" pitchFamily="2" charset="0"/>
              </a:rPr>
              <a:t>VISION</a:t>
            </a:r>
          </a:p>
          <a:p>
            <a:r>
              <a:rPr lang="en-US" dirty="0">
                <a:latin typeface="Roboto" panose="02000000000000000000" pitchFamily="2" charset="0"/>
                <a:ea typeface="Roboto" panose="02000000000000000000" pitchFamily="2" charset="0"/>
                <a:cs typeface="Roboto" panose="02000000000000000000" pitchFamily="2" charset="0"/>
              </a:rPr>
              <a:t>MISSION</a:t>
            </a:r>
          </a:p>
          <a:p>
            <a:r>
              <a:rPr lang="en-IN" dirty="0">
                <a:latin typeface="Roboto" panose="02000000000000000000" pitchFamily="2" charset="0"/>
                <a:ea typeface="Roboto" panose="02000000000000000000" pitchFamily="2" charset="0"/>
                <a:cs typeface="Roboto" panose="02000000000000000000" pitchFamily="2" charset="0"/>
              </a:rPr>
              <a:t>ROLES AND RESPONSIBILITES</a:t>
            </a:r>
          </a:p>
          <a:p>
            <a:r>
              <a:rPr lang="en-IN" dirty="0">
                <a:latin typeface="Roboto" panose="02000000000000000000" pitchFamily="2" charset="0"/>
                <a:ea typeface="Roboto" panose="02000000000000000000" pitchFamily="2" charset="0"/>
                <a:cs typeface="Roboto" panose="02000000000000000000" pitchFamily="2" charset="0"/>
              </a:rPr>
              <a:t>CONCLUSION</a:t>
            </a:r>
          </a:p>
        </p:txBody>
      </p:sp>
    </p:spTree>
    <p:extLst>
      <p:ext uri="{BB962C8B-B14F-4D97-AF65-F5344CB8AC3E}">
        <p14:creationId xmlns:p14="http://schemas.microsoft.com/office/powerpoint/2010/main" val="232719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CF4B3-4BE8-EB34-F405-D3C859F065DB}"/>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INTRODUCTION</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F2E96A6A-DD90-6016-7327-D8EA257A8AF5}"/>
              </a:ext>
            </a:extLst>
          </p:cNvPr>
          <p:cNvSpPr>
            <a:spLocks noGrp="1"/>
          </p:cNvSpPr>
          <p:nvPr>
            <p:ph idx="1"/>
          </p:nvPr>
        </p:nvSpPr>
        <p:spPr/>
        <p:txBody>
          <a:bodyPr/>
          <a:lstStyle/>
          <a:p>
            <a:pPr algn="just">
              <a:lnSpc>
                <a:spcPct val="150000"/>
              </a:lnSpc>
            </a:pPr>
            <a:r>
              <a:rPr lang="en-US" b="1" dirty="0" err="1">
                <a:latin typeface="Roboto" panose="02000000000000000000" pitchFamily="2" charset="0"/>
                <a:ea typeface="Roboto" panose="02000000000000000000" pitchFamily="2" charset="0"/>
                <a:cs typeface="Roboto" panose="02000000000000000000" pitchFamily="2" charset="0"/>
              </a:rPr>
              <a:t>Pranaksh</a:t>
            </a:r>
            <a:r>
              <a:rPr lang="en-US" b="1" dirty="0">
                <a:latin typeface="Roboto" panose="02000000000000000000" pitchFamily="2" charset="0"/>
                <a:ea typeface="Roboto" panose="02000000000000000000" pitchFamily="2" charset="0"/>
                <a:cs typeface="Roboto" panose="02000000000000000000" pitchFamily="2" charset="0"/>
              </a:rPr>
              <a:t> Technologies</a:t>
            </a:r>
            <a:r>
              <a:rPr lang="en-US" dirty="0">
                <a:latin typeface="Roboto" panose="02000000000000000000" pitchFamily="2" charset="0"/>
                <a:ea typeface="Roboto" panose="02000000000000000000" pitchFamily="2" charset="0"/>
                <a:cs typeface="Roboto" panose="02000000000000000000" pitchFamily="2" charset="0"/>
              </a:rPr>
              <a:t> is an innovative technology and consulting firm that focuses on providing cutting-edge solutions in software development, digital marketing, and academic training. Founded in 2023 and based in Belagavi, Karnataka, India, </a:t>
            </a:r>
            <a:r>
              <a:rPr lang="en-US" dirty="0" err="1">
                <a:latin typeface="Roboto" panose="02000000000000000000" pitchFamily="2" charset="0"/>
                <a:ea typeface="Roboto" panose="02000000000000000000" pitchFamily="2" charset="0"/>
                <a:cs typeface="Roboto" panose="02000000000000000000" pitchFamily="2" charset="0"/>
              </a:rPr>
              <a:t>Pranaksh</a:t>
            </a:r>
            <a:r>
              <a:rPr lang="en-US" dirty="0">
                <a:latin typeface="Roboto" panose="02000000000000000000" pitchFamily="2" charset="0"/>
                <a:ea typeface="Roboto" panose="02000000000000000000" pitchFamily="2" charset="0"/>
                <a:cs typeface="Roboto" panose="02000000000000000000" pitchFamily="2" charset="0"/>
              </a:rPr>
              <a:t> Technologies serves a wide range of clients, helping them navigate the ever-evolving landscape of technology.</a:t>
            </a:r>
            <a:endParaRPr lang="en-IN"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896153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E472-0F37-BCFE-3B51-077DA382DC01}"/>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Overview OF The Organization</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EB48BBC3-A33E-6118-261B-B36D50702386}"/>
              </a:ext>
            </a:extLst>
          </p:cNvPr>
          <p:cNvSpPr>
            <a:spLocks noGrp="1"/>
          </p:cNvSpPr>
          <p:nvPr>
            <p:ph idx="1"/>
          </p:nvPr>
        </p:nvSpPr>
        <p:spPr>
          <a:xfrm>
            <a:off x="677335" y="1796716"/>
            <a:ext cx="10102960" cy="4014457"/>
          </a:xfrm>
        </p:spPr>
        <p:txBody>
          <a:bodyPr>
            <a:normAutofit/>
          </a:bodyPr>
          <a:lstStyle/>
          <a:p>
            <a:pPr>
              <a:lnSpc>
                <a:spcPct val="150000"/>
              </a:lnSpc>
            </a:pPr>
            <a:r>
              <a:rPr lang="en-US" dirty="0" err="1">
                <a:latin typeface="Roboto" panose="02000000000000000000" pitchFamily="2" charset="0"/>
                <a:ea typeface="Roboto" panose="02000000000000000000" pitchFamily="2" charset="0"/>
                <a:cs typeface="Roboto" panose="02000000000000000000" pitchFamily="2" charset="0"/>
              </a:rPr>
              <a:t>Pranaksh</a:t>
            </a:r>
            <a:r>
              <a:rPr lang="en-US" dirty="0">
                <a:latin typeface="Roboto" panose="02000000000000000000" pitchFamily="2" charset="0"/>
                <a:ea typeface="Roboto" panose="02000000000000000000" pitchFamily="2" charset="0"/>
                <a:cs typeface="Roboto" panose="02000000000000000000" pitchFamily="2" charset="0"/>
              </a:rPr>
              <a:t> Technologies was established in 2023, initially focusing on educational technology (EdTech) services tailored for IT companies. Over time, the company has expanded its expertise to encompass a range of technological domains, including Software Development, Artificial Intelligence (AI),Embedded Systems, Cybersecurity, Internet of Things (IoT)​</a:t>
            </a:r>
          </a:p>
          <a:p>
            <a:pPr>
              <a:lnSpc>
                <a:spcPct val="150000"/>
              </a:lnSpc>
            </a:pPr>
            <a:r>
              <a:rPr lang="en-US" dirty="0">
                <a:latin typeface="Roboto" panose="02000000000000000000" pitchFamily="2" charset="0"/>
                <a:ea typeface="Roboto" panose="02000000000000000000" pitchFamily="2" charset="0"/>
                <a:cs typeface="Roboto" panose="02000000000000000000" pitchFamily="2" charset="0"/>
              </a:rPr>
              <a:t>This evolution has positioned </a:t>
            </a:r>
            <a:r>
              <a:rPr lang="en-US" dirty="0" err="1">
                <a:latin typeface="Roboto" panose="02000000000000000000" pitchFamily="2" charset="0"/>
                <a:ea typeface="Roboto" panose="02000000000000000000" pitchFamily="2" charset="0"/>
                <a:cs typeface="Roboto" panose="02000000000000000000" pitchFamily="2" charset="0"/>
              </a:rPr>
              <a:t>Pranaksh</a:t>
            </a:r>
            <a:r>
              <a:rPr lang="en-US" dirty="0">
                <a:latin typeface="Roboto" panose="02000000000000000000" pitchFamily="2" charset="0"/>
                <a:ea typeface="Roboto" panose="02000000000000000000" pitchFamily="2" charset="0"/>
                <a:cs typeface="Roboto" panose="02000000000000000000" pitchFamily="2" charset="0"/>
              </a:rPr>
              <a:t> Technologies as a leader in product innovation and digital transformation services, particularly within the IT sector. </a:t>
            </a:r>
          </a:p>
        </p:txBody>
      </p:sp>
    </p:spTree>
    <p:extLst>
      <p:ext uri="{BB962C8B-B14F-4D97-AF65-F5344CB8AC3E}">
        <p14:creationId xmlns:p14="http://schemas.microsoft.com/office/powerpoint/2010/main" val="330228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5A065-2D43-604C-1BDB-D9A2FBB0BC70}"/>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Vision </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05C964ED-D6C6-EADA-01A8-42813C5C152F}"/>
              </a:ext>
            </a:extLst>
          </p:cNvPr>
          <p:cNvSpPr>
            <a:spLocks noGrp="1"/>
          </p:cNvSpPr>
          <p:nvPr>
            <p:ph idx="1"/>
          </p:nvPr>
        </p:nvSpPr>
        <p:spPr/>
        <p:txBody>
          <a:bodyPr/>
          <a:lstStyle/>
          <a:p>
            <a:pPr algn="just">
              <a:lnSpc>
                <a:spcPct val="150000"/>
              </a:lnSpc>
            </a:pPr>
            <a:r>
              <a:rPr lang="en-US" b="0" i="0" dirty="0">
                <a:solidFill>
                  <a:srgbClr val="1D1E20"/>
                </a:solidFill>
                <a:effectLst/>
                <a:latin typeface="Roboto" panose="020F0502020204030204" pitchFamily="2" charset="0"/>
              </a:rPr>
              <a:t>To be a trusted leader in delivering top-level quality in technology, digital marketing, and academic training. We aim to bridge the gap between academia and the corporate world, fostering a future where our expertise drives excellence and innovation. By empowering individuals and organizations with cutting-edge skills and knowledge, we strive to set the standard for success in an ever-evolving landscape.</a:t>
            </a:r>
            <a:endParaRPr lang="en-IN" dirty="0"/>
          </a:p>
        </p:txBody>
      </p:sp>
    </p:spTree>
    <p:extLst>
      <p:ext uri="{BB962C8B-B14F-4D97-AF65-F5344CB8AC3E}">
        <p14:creationId xmlns:p14="http://schemas.microsoft.com/office/powerpoint/2010/main" val="850610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030E9-65AE-F4AD-5396-2FED3BEA307D}"/>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Mission</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4AB04A32-23E6-CD1C-B034-3EE559C38F0C}"/>
              </a:ext>
            </a:extLst>
          </p:cNvPr>
          <p:cNvSpPr>
            <a:spLocks noGrp="1"/>
          </p:cNvSpPr>
          <p:nvPr>
            <p:ph idx="1"/>
          </p:nvPr>
        </p:nvSpPr>
        <p:spPr/>
        <p:txBody>
          <a:bodyPr/>
          <a:lstStyle/>
          <a:p>
            <a:pPr algn="just">
              <a:lnSpc>
                <a:spcPct val="150000"/>
              </a:lnSpc>
            </a:pPr>
            <a:r>
              <a:rPr lang="en-US" b="0" i="0" dirty="0">
                <a:solidFill>
                  <a:srgbClr val="1D1E20"/>
                </a:solidFill>
                <a:effectLst/>
                <a:latin typeface="Roboto" panose="02000000000000000000" pitchFamily="2" charset="0"/>
              </a:rPr>
              <a:t>Our mission is to provide exceptional services in technology, digital marketing, and academic training that connect academic learning with corporate success. We are dedicated to delivering top-quality solutions and training, enabling our clients to achieve their goals and stay competitive. Through our expertise, we aim to empower individuals with the skills needed for excellence and innovation in today’s dynamic world.</a:t>
            </a:r>
            <a:endParaRPr lang="en-US" b="0" i="0" dirty="0">
              <a:solidFill>
                <a:srgbClr val="1D1E20"/>
              </a:solidFill>
              <a:effectLst/>
              <a:latin typeface="Lato" panose="020F0502020204030204" pitchFamily="34" charset="0"/>
            </a:endParaRPr>
          </a:p>
          <a:p>
            <a:pPr>
              <a:buNone/>
            </a:pPr>
            <a:br>
              <a:rPr lang="en-US" b="0" i="0" dirty="0">
                <a:solidFill>
                  <a:srgbClr val="1D1E20"/>
                </a:solidFill>
                <a:effectLst/>
                <a:latin typeface="DM Sans" panose="020F0502020204030204" pitchFamily="2" charset="0"/>
              </a:rPr>
            </a:br>
            <a:endParaRPr lang="en-IN" dirty="0"/>
          </a:p>
        </p:txBody>
      </p:sp>
    </p:spTree>
    <p:extLst>
      <p:ext uri="{BB962C8B-B14F-4D97-AF65-F5344CB8AC3E}">
        <p14:creationId xmlns:p14="http://schemas.microsoft.com/office/powerpoint/2010/main" val="6262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8D71F-0B1E-C84B-0B6F-72F3D44FBA84}"/>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Roles and Responsibilities</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FEDC1612-EE00-1B1E-057A-82FF10C5B8E3}"/>
              </a:ext>
            </a:extLst>
          </p:cNvPr>
          <p:cNvSpPr>
            <a:spLocks noGrp="1"/>
          </p:cNvSpPr>
          <p:nvPr>
            <p:ph idx="1"/>
          </p:nvPr>
        </p:nvSpPr>
        <p:spPr/>
        <p:txBody>
          <a:bodyPr/>
          <a:lstStyle/>
          <a:p>
            <a:r>
              <a:rPr lang="en-IN" sz="1800" kern="100" dirty="0">
                <a:effectLst/>
                <a:latin typeface="Roboto" panose="02000000000000000000" pitchFamily="2" charset="0"/>
                <a:ea typeface="Roboto" panose="02000000000000000000" pitchFamily="2" charset="0"/>
                <a:cs typeface="Roboto" panose="02000000000000000000" pitchFamily="2" charset="0"/>
              </a:rPr>
              <a:t>Problem solving by collaborating with team</a:t>
            </a:r>
          </a:p>
          <a:p>
            <a:r>
              <a:rPr lang="en-IN" sz="1800" kern="100" dirty="0">
                <a:effectLst/>
                <a:latin typeface="Roboto" panose="02000000000000000000" pitchFamily="2" charset="0"/>
                <a:ea typeface="Roboto" panose="02000000000000000000" pitchFamily="2" charset="0"/>
                <a:cs typeface="Roboto" panose="02000000000000000000" pitchFamily="2" charset="0"/>
              </a:rPr>
              <a:t>Maintain documentation of assigned task</a:t>
            </a:r>
            <a:endParaRPr lang="en-IN" kern="100" dirty="0">
              <a:effectLst/>
              <a:latin typeface="Roboto" panose="02000000000000000000" pitchFamily="2" charset="0"/>
              <a:ea typeface="Roboto" panose="02000000000000000000" pitchFamily="2" charset="0"/>
              <a:cs typeface="Roboto" panose="02000000000000000000" pitchFamily="2" charset="0"/>
            </a:endParaRPr>
          </a:p>
          <a:p>
            <a:r>
              <a:rPr lang="en-US" dirty="0">
                <a:latin typeface="Roboto" panose="02000000000000000000" pitchFamily="2" charset="0"/>
                <a:ea typeface="Roboto" panose="02000000000000000000" pitchFamily="2" charset="0"/>
                <a:cs typeface="Roboto" panose="02000000000000000000" pitchFamily="2" charset="0"/>
              </a:rPr>
              <a:t>Provide Meaningful Work</a:t>
            </a:r>
          </a:p>
          <a:p>
            <a:r>
              <a:rPr kumimoji="0" lang="en-US" altLang="en-US" sz="18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Roboto" panose="02000000000000000000" pitchFamily="2" charset="0"/>
              </a:rPr>
              <a:t>Assign tasks that help interns learn and develop real-world skills</a:t>
            </a:r>
          </a:p>
          <a:p>
            <a:r>
              <a:rPr lang="en-US" dirty="0">
                <a:latin typeface="Roboto" panose="02000000000000000000" pitchFamily="2" charset="0"/>
                <a:ea typeface="Roboto" panose="02000000000000000000" pitchFamily="2" charset="0"/>
                <a:cs typeface="Roboto" panose="02000000000000000000" pitchFamily="2" charset="0"/>
              </a:rPr>
              <a:t>Ensure all work given follows ethical and legal standards</a:t>
            </a:r>
          </a:p>
          <a:p>
            <a:endParaRPr lang="en-IN"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736228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815F1-C782-73E2-8E5D-46FB78519DD3}"/>
              </a:ext>
            </a:extLst>
          </p:cNvPr>
          <p:cNvSpPr>
            <a:spLocks noGrp="1"/>
          </p:cNvSpPr>
          <p:nvPr>
            <p:ph type="title"/>
          </p:nvPr>
        </p:nvSpPr>
        <p:spPr/>
        <p:txBody>
          <a:bodyPr/>
          <a:lstStyle/>
          <a:p>
            <a:r>
              <a:rPr lang="en-US" dirty="0">
                <a:latin typeface="Roboto" panose="02000000000000000000" pitchFamily="2" charset="0"/>
                <a:ea typeface="Roboto" panose="02000000000000000000" pitchFamily="2" charset="0"/>
                <a:cs typeface="Roboto" panose="02000000000000000000" pitchFamily="2" charset="0"/>
              </a:rPr>
              <a:t>Conclusion				</a:t>
            </a:r>
            <a:endParaRPr lang="en-IN" dirty="0">
              <a:latin typeface="Roboto" panose="02000000000000000000" pitchFamily="2" charset="0"/>
              <a:ea typeface="Roboto" panose="02000000000000000000" pitchFamily="2" charset="0"/>
              <a:cs typeface="Roboto" panose="02000000000000000000" pitchFamily="2" charset="0"/>
            </a:endParaRPr>
          </a:p>
        </p:txBody>
      </p:sp>
      <p:sp>
        <p:nvSpPr>
          <p:cNvPr id="3" name="Content Placeholder 2">
            <a:extLst>
              <a:ext uri="{FF2B5EF4-FFF2-40B4-BE49-F238E27FC236}">
                <a16:creationId xmlns:a16="http://schemas.microsoft.com/office/drawing/2014/main" id="{523B52E1-CE78-F759-0691-F06717925A84}"/>
              </a:ext>
            </a:extLst>
          </p:cNvPr>
          <p:cNvSpPr>
            <a:spLocks noGrp="1"/>
          </p:cNvSpPr>
          <p:nvPr>
            <p:ph idx="1"/>
          </p:nvPr>
        </p:nvSpPr>
        <p:spPr/>
        <p:txBody>
          <a:bodyPr/>
          <a:lstStyle/>
          <a:p>
            <a:pPr>
              <a:lnSpc>
                <a:spcPct val="150000"/>
              </a:lnSpc>
            </a:pPr>
            <a:r>
              <a:rPr lang="en-US" dirty="0">
                <a:latin typeface="Roboto" panose="02000000000000000000" pitchFamily="2" charset="0"/>
                <a:ea typeface="Roboto" panose="02000000000000000000" pitchFamily="2" charset="0"/>
                <a:cs typeface="Roboto" panose="02000000000000000000" pitchFamily="2" charset="0"/>
              </a:rPr>
              <a:t>Interning at </a:t>
            </a:r>
            <a:r>
              <a:rPr lang="en-US" b="1" dirty="0" err="1">
                <a:latin typeface="Roboto" panose="02000000000000000000" pitchFamily="2" charset="0"/>
                <a:ea typeface="Roboto" panose="02000000000000000000" pitchFamily="2" charset="0"/>
                <a:cs typeface="Roboto" panose="02000000000000000000" pitchFamily="2" charset="0"/>
              </a:rPr>
              <a:t>Pranaksh</a:t>
            </a:r>
            <a:r>
              <a:rPr lang="en-US" b="1" dirty="0">
                <a:latin typeface="Roboto" panose="02000000000000000000" pitchFamily="2" charset="0"/>
                <a:ea typeface="Roboto" panose="02000000000000000000" pitchFamily="2" charset="0"/>
                <a:cs typeface="Roboto" panose="02000000000000000000" pitchFamily="2" charset="0"/>
              </a:rPr>
              <a:t> Technologies</a:t>
            </a:r>
            <a:r>
              <a:rPr lang="en-US" dirty="0">
                <a:latin typeface="Roboto" panose="02000000000000000000" pitchFamily="2" charset="0"/>
                <a:ea typeface="Roboto" panose="02000000000000000000" pitchFamily="2" charset="0"/>
                <a:cs typeface="Roboto" panose="02000000000000000000" pitchFamily="2" charset="0"/>
              </a:rPr>
              <a:t> provides a valuable opportunity for students and fresh graduates to bridge the gap between academic learning and real-world industry experience. Interns actively contribute to ongoing projects, enhance their technical and soft skills, and gain practical exposure in fields like software development, AI, IoT, cybersecurity, and data science. Through mentorship, hands-on tasks, and teamwork, interns become better prepared for future professional roles making this internship a strong stepping stone toward a successful tech career.</a:t>
            </a:r>
            <a:endParaRPr lang="en-IN"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43415171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83</TotalTime>
  <Words>437</Words>
  <Application>Microsoft Office PowerPoint</Application>
  <PresentationFormat>Widescreen</PresentationFormat>
  <Paragraphs>31</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DM Sans</vt:lpstr>
      <vt:lpstr>Lato</vt:lpstr>
      <vt:lpstr>Roboto</vt:lpstr>
      <vt:lpstr>Trebuchet MS</vt:lpstr>
      <vt:lpstr>Wingdings 3</vt:lpstr>
      <vt:lpstr>Facet</vt:lpstr>
      <vt:lpstr>Welcome to Pranaksh Technologies</vt:lpstr>
      <vt:lpstr>CONTENT</vt:lpstr>
      <vt:lpstr>INTRODUCTION</vt:lpstr>
      <vt:lpstr>Overview OF The Organization</vt:lpstr>
      <vt:lpstr>Vision </vt:lpstr>
      <vt:lpstr>Mission</vt:lpstr>
      <vt:lpstr>Roles and Responsibilities</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Mane</dc:creator>
  <cp:lastModifiedBy>Aditya Mane</cp:lastModifiedBy>
  <cp:revision>31</cp:revision>
  <dcterms:created xsi:type="dcterms:W3CDTF">2025-04-25T16:00:25Z</dcterms:created>
  <dcterms:modified xsi:type="dcterms:W3CDTF">2025-04-26T06:34:10Z</dcterms:modified>
</cp:coreProperties>
</file>